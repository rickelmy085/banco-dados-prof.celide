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quitetura do App Commerce" id="{7BC54F46-5E7E-4A2A-8B14-0414CA320282}">
          <p14:sldIdLst>
            <p14:sldId id="256"/>
            <p14:sldId id="257"/>
            <p14:sldId id="258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DB28-DE66-1D87-EBB6-6AE4F42EB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97231-E811-98D9-E942-4C40F14562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6B26E-6FE7-5559-4E3B-BB472A5E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FEE9-C49B-ADEE-6E2E-EBBBFC0D0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A5A0D-8DCC-CEA7-12A7-93C7481A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02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7590E-115E-C44D-8462-7A11358C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B6C7E-9029-7D21-A636-E981AA6AD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B4C7A-BF5A-8D3A-9B5A-13DB170B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91B7A-2172-68E7-A2EF-C4CBDC0A1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29BFD-F590-85A9-4765-4129A3A69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511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502D3-4AD2-C6A0-2602-1EE004A13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06093-64C9-A49D-A759-930437140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8B045-4FAC-09E4-D32B-3D428F892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55AC-0869-ECED-507D-D58DD7AE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CE46A-EA18-522C-582B-7E0F733A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05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770A-9298-3FCB-375F-23E4F228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6254-114D-916B-CF0E-2651645DD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C1988-FF9E-61EF-A57A-88CB00008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A32B3C-F65D-E5E5-2790-9A6730817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78210-89F3-2AAC-2CC2-AC5D4F961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12543-D2A8-CFAE-D640-BBCAA083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8186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6475-2A79-FA0E-4753-EF682A687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44D68-4B5A-3C53-3EDD-2F687CDE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2ED2B-51E3-AE34-2A94-35BEA3BC3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F672F2-5CE8-7133-D6E9-4688126F0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8A2A6-B8CB-B103-8390-FF1067D75B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12EB6B-F417-6EB5-783B-53E1B114B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B53FE-1EF2-18ED-7AD8-CD4DFE4A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7E0DCC-3CE4-64E5-403C-49C9E638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218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94AD4-406B-4DB6-A4D0-9956DB7B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FBA2C-E5AE-D578-59D9-67F3E24D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A0455-E12A-5632-C28C-CCAB9DAA3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DC561-22F2-CC2F-0080-962E3E6B2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5726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98C93A-9DC1-4EAB-345B-B205DBC35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AABDA2-1D91-EF3A-5E04-B647ACA5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96811-64E9-B172-217E-85D3ACF3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1125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F1438-92E6-911D-95CD-B09C1C90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B1257-12BA-A4BE-05F1-1D1813ABB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D37CB-97AF-A8C8-C81E-33F17E8EE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4F7D3-708D-8EE5-9682-D46EE99CA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55C66-CCB3-CFD5-DAEB-22EE7390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86A00-1407-B4BA-8433-E738CC43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568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2C67-944F-43AF-8156-64291C53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C0B11-75C7-0CA9-C0B0-F3AE293D5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64663-5082-AA45-2599-373A1608D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C31B9-3129-C908-D535-46E3F3EE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CDB40-3929-BCC7-8F93-84ADA838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FEA47-3127-1AE3-E265-6E5C9942E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18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9F8C4-7395-E32C-B726-70BC9D395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278D8-A79D-64B5-ACB0-49C28087E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5F381-801E-796D-BC10-D63DD974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688D3-53FE-F370-397F-4C720585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560DD-8547-E39E-B103-1988D6D46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04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05EAA0-C4EF-3A7F-7639-E11E9A256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0EC19-47AC-9DF9-279A-CA830CC5B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3EB61-CFEF-4FE4-3BB5-F618D81AD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D15F6-E47B-1CB4-90B9-FCAE9CE0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1916F-B486-8F4B-E688-956D89A1D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0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582E42-B027-9730-1579-39FCBF589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F637A-E6F5-3645-801F-C9B3D11B1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4CCFB-C907-F87B-39F7-CB2DEB529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9A08D6-D26C-4B9E-ABA4-C6042F20474A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1166B-BFF5-0A20-DFA2-7467BEF75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17158-6314-C279-2FAF-30943D76B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D04EC-312D-4BDD-AFC6-732FCE4C234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12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039C-CC1F-6CB3-E51A-2990C4F0C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7336" y="1932709"/>
            <a:ext cx="6359237" cy="1735282"/>
          </a:xfrm>
        </p:spPr>
        <p:txBody>
          <a:bodyPr/>
          <a:lstStyle/>
          <a:p>
            <a:r>
              <a:rPr lang="pt-BR" dirty="0"/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B9452C3-13AE-F5F1-EFDC-FAB444108595}"/>
              </a:ext>
            </a:extLst>
          </p:cNvPr>
          <p:cNvSpPr/>
          <p:nvPr/>
        </p:nvSpPr>
        <p:spPr>
          <a:xfrm>
            <a:off x="4890654" y="2305772"/>
            <a:ext cx="2140528" cy="1579418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Avenir Next LT Pro" panose="020F0502020204030204" pitchFamily="34" charset="0"/>
              </a:rPr>
              <a:t>API de autentificação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3F72415-904B-5310-6245-866E5B393C96}"/>
              </a:ext>
            </a:extLst>
          </p:cNvPr>
          <p:cNvSpPr/>
          <p:nvPr/>
        </p:nvSpPr>
        <p:spPr>
          <a:xfrm>
            <a:off x="8392389" y="2305772"/>
            <a:ext cx="2140528" cy="1579418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Avenir Next LT Pro" panose="020F0502020204030204" pitchFamily="34" charset="0"/>
              </a:rPr>
              <a:t>Banco de Dados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741ADE6-EC7D-EFDC-E583-5E092FE4143C}"/>
              </a:ext>
            </a:extLst>
          </p:cNvPr>
          <p:cNvSpPr/>
          <p:nvPr/>
        </p:nvSpPr>
        <p:spPr>
          <a:xfrm>
            <a:off x="1388919" y="2305772"/>
            <a:ext cx="2140528" cy="1579418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latin typeface="Avenir Next LT Pro" panose="020F0502020204030204" pitchFamily="34" charset="0"/>
              </a:rPr>
              <a:t>Tela de login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685BB3-3018-91A1-B552-CE47A8C84E91}"/>
              </a:ext>
            </a:extLst>
          </p:cNvPr>
          <p:cNvCxnSpPr>
            <a:stCxn id="10" idx="3"/>
            <a:endCxn id="4" idx="1"/>
          </p:cNvCxnSpPr>
          <p:nvPr/>
        </p:nvCxnSpPr>
        <p:spPr>
          <a:xfrm>
            <a:off x="3529447" y="3095481"/>
            <a:ext cx="13612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B2E53DD-4E99-E2D6-8EC7-20C9B83687FB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7031182" y="3095481"/>
            <a:ext cx="136120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112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E6A7F4-6475-E11B-6279-93A4BC0CCD30}"/>
              </a:ext>
            </a:extLst>
          </p:cNvPr>
          <p:cNvSpPr txBox="1"/>
          <p:nvPr/>
        </p:nvSpPr>
        <p:spPr>
          <a:xfrm>
            <a:off x="4313959" y="1095786"/>
            <a:ext cx="356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API de Autenticação deve: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6D9C1-8890-BEAD-C4FF-77A9B51E0C3F}"/>
              </a:ext>
            </a:extLst>
          </p:cNvPr>
          <p:cNvSpPr txBox="1"/>
          <p:nvPr/>
        </p:nvSpPr>
        <p:spPr>
          <a:xfrm>
            <a:off x="4463761" y="1674674"/>
            <a:ext cx="32644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u="sng" dirty="0"/>
              <a:t>Receber CPF e Senha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u="sng" dirty="0"/>
              <a:t>Criptografar dados recebidos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u="sng" dirty="0"/>
              <a:t>Gerar Token de Sessão</a:t>
            </a:r>
          </a:p>
        </p:txBody>
      </p:sp>
    </p:spTree>
    <p:extLst>
      <p:ext uri="{BB962C8B-B14F-4D97-AF65-F5344CB8AC3E}">
        <p14:creationId xmlns:p14="http://schemas.microsoft.com/office/powerpoint/2010/main" val="278572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0113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882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Avenir Next LT Pro</vt:lpstr>
      <vt:lpstr>Office Theme</vt:lpstr>
      <vt:lpstr>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irbessmy feitosa malafaia</dc:creator>
  <cp:lastModifiedBy>irbessmy feitosa malafaia</cp:lastModifiedBy>
  <cp:revision>1</cp:revision>
  <dcterms:created xsi:type="dcterms:W3CDTF">2026-09-18T17:31:04Z</dcterms:created>
  <dcterms:modified xsi:type="dcterms:W3CDTF">2026-09-18T17:31:22Z</dcterms:modified>
</cp:coreProperties>
</file>