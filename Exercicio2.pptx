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modernComment_104_7D9F78D9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60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E4C2A95-7DF3-5A8B-A296-5D4321A3B197}" name="irbessmy feitosa malafaia" initials="if" userId="04ff2a9381d3c1c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8/10/relationships/authors" Target="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omments/modernComment_104_7D9F78D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6C8D635-2B21-45D8-ACF3-23268CDFE60B}" authorId="{6E4C2A95-7DF3-5A8B-A296-5D4321A3B197}" created="2026-09-18T18:19:53.43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107603161" sldId="260"/>
      <ac:spMk id="18" creationId="{7D4F2156-22F7-6F9E-2E0E-211C515BAEEB}"/>
    </ac:deMkLst>
    <p188:txBody>
      <a:bodyPr/>
      <a:lstStyle/>
      <a:p>
        <a:r>
          <a:rPr lang="pt-BR"/>
          <a:t>Melhorar o design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036BF7-7A8B-4313-AAD6-79DBD3880E2E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10C6C84-C442-4D8B-A502-C3E145126672}">
      <dgm:prSet phldrT="[Text]" phldr="0"/>
      <dgm:spPr/>
      <dgm:t>
        <a:bodyPr/>
        <a:lstStyle/>
        <a:p>
          <a:pPr>
            <a:buFont typeface="+mj-lt"/>
            <a:buAutoNum type="arabicPeriod"/>
          </a:pPr>
          <a:r>
            <a:rPr lang="pt-BR" b="1" i="0" dirty="0"/>
            <a:t>Pesquisa</a:t>
          </a:r>
          <a:endParaRPr lang="pt-BR" dirty="0"/>
        </a:p>
      </dgm:t>
    </dgm:pt>
    <dgm:pt modelId="{6460C94B-3CEB-470D-991A-759BDF0A8E88}" type="parTrans" cxnId="{F5D38258-1E56-4B37-88FF-E405809AA139}">
      <dgm:prSet/>
      <dgm:spPr/>
      <dgm:t>
        <a:bodyPr/>
        <a:lstStyle/>
        <a:p>
          <a:endParaRPr lang="pt-BR"/>
        </a:p>
      </dgm:t>
    </dgm:pt>
    <dgm:pt modelId="{82F6398F-7130-4F6F-A726-A401AF21D7CA}" type="sibTrans" cxnId="{F5D38258-1E56-4B37-88FF-E405809AA139}">
      <dgm:prSet/>
      <dgm:spPr/>
      <dgm:t>
        <a:bodyPr/>
        <a:lstStyle/>
        <a:p>
          <a:endParaRPr lang="pt-BR"/>
        </a:p>
      </dgm:t>
    </dgm:pt>
    <dgm:pt modelId="{1C28F856-00AF-4909-8813-BCF82D5E801E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pt-BR" b="1" i="0" dirty="0"/>
            <a:t>Planejamento</a:t>
          </a:r>
          <a:endParaRPr lang="pt-BR" dirty="0"/>
        </a:p>
      </dgm:t>
    </dgm:pt>
    <dgm:pt modelId="{CA6DA062-4344-4DC4-8832-2304DA5C8F2A}" type="parTrans" cxnId="{9ACAB34D-F817-4E14-A659-F1637C55B367}">
      <dgm:prSet/>
      <dgm:spPr/>
      <dgm:t>
        <a:bodyPr/>
        <a:lstStyle/>
        <a:p>
          <a:endParaRPr lang="pt-BR"/>
        </a:p>
      </dgm:t>
    </dgm:pt>
    <dgm:pt modelId="{8A6EEE3C-EDC3-4D42-9155-F1E842703D0F}" type="sibTrans" cxnId="{9ACAB34D-F817-4E14-A659-F1637C55B367}">
      <dgm:prSet/>
      <dgm:spPr/>
      <dgm:t>
        <a:bodyPr/>
        <a:lstStyle/>
        <a:p>
          <a:endParaRPr lang="pt-BR"/>
        </a:p>
      </dgm:t>
    </dgm:pt>
    <dgm:pt modelId="{6D4BA58D-5023-4297-96EB-F61B580A734E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pt-BR" b="1" i="0" dirty="0"/>
            <a:t>Rascunho</a:t>
          </a:r>
          <a:endParaRPr lang="pt-BR" dirty="0"/>
        </a:p>
      </dgm:t>
    </dgm:pt>
    <dgm:pt modelId="{23A8A76E-C611-4E7E-B30C-6536A5467F5E}" type="parTrans" cxnId="{B4790829-FF2E-4315-B3AF-197888E4D093}">
      <dgm:prSet/>
      <dgm:spPr/>
      <dgm:t>
        <a:bodyPr/>
        <a:lstStyle/>
        <a:p>
          <a:endParaRPr lang="pt-BR"/>
        </a:p>
      </dgm:t>
    </dgm:pt>
    <dgm:pt modelId="{16D54829-09C5-402D-BB5D-A4DD3B16E544}" type="sibTrans" cxnId="{B4790829-FF2E-4315-B3AF-197888E4D093}">
      <dgm:prSet/>
      <dgm:spPr/>
      <dgm:t>
        <a:bodyPr/>
        <a:lstStyle/>
        <a:p>
          <a:endParaRPr lang="pt-BR"/>
        </a:p>
      </dgm:t>
    </dgm:pt>
    <dgm:pt modelId="{20585412-E787-48FD-AEEA-418C0771F976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pt-BR" b="1" i="0" dirty="0"/>
            <a:t>Design</a:t>
          </a:r>
          <a:endParaRPr lang="pt-BR" dirty="0"/>
        </a:p>
      </dgm:t>
    </dgm:pt>
    <dgm:pt modelId="{39887608-0C01-469D-A865-ACFA7034E652}" type="parTrans" cxnId="{58247035-E760-48ED-8A13-250D8A1C1DFE}">
      <dgm:prSet/>
      <dgm:spPr/>
      <dgm:t>
        <a:bodyPr/>
        <a:lstStyle/>
        <a:p>
          <a:endParaRPr lang="pt-BR"/>
        </a:p>
      </dgm:t>
    </dgm:pt>
    <dgm:pt modelId="{D10020DA-78C6-4D3E-A951-A4EEAB106BFD}" type="sibTrans" cxnId="{58247035-E760-48ED-8A13-250D8A1C1DFE}">
      <dgm:prSet/>
      <dgm:spPr/>
      <dgm:t>
        <a:bodyPr/>
        <a:lstStyle/>
        <a:p>
          <a:endParaRPr lang="pt-BR"/>
        </a:p>
      </dgm:t>
    </dgm:pt>
    <dgm:pt modelId="{307FBB4D-80C8-4474-89A9-781CF076B4DC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pt-BR" b="1" i="0" dirty="0"/>
            <a:t>Programação</a:t>
          </a:r>
          <a:endParaRPr lang="pt-BR" dirty="0"/>
        </a:p>
      </dgm:t>
    </dgm:pt>
    <dgm:pt modelId="{FF0E3103-B372-4720-928E-1CD1A1FAA2E3}" type="parTrans" cxnId="{4C4CCD51-1A6E-4EB4-A0C3-3AFD72302945}">
      <dgm:prSet/>
      <dgm:spPr/>
      <dgm:t>
        <a:bodyPr/>
        <a:lstStyle/>
        <a:p>
          <a:endParaRPr lang="pt-BR"/>
        </a:p>
      </dgm:t>
    </dgm:pt>
    <dgm:pt modelId="{06435748-F23D-412B-8891-3547D9D462EE}" type="sibTrans" cxnId="{4C4CCD51-1A6E-4EB4-A0C3-3AFD72302945}">
      <dgm:prSet/>
      <dgm:spPr/>
      <dgm:t>
        <a:bodyPr/>
        <a:lstStyle/>
        <a:p>
          <a:endParaRPr lang="pt-BR"/>
        </a:p>
      </dgm:t>
    </dgm:pt>
    <dgm:pt modelId="{CD8AE8D7-104E-4A42-A884-DC4116159515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pt-BR" b="1" i="0" dirty="0"/>
            <a:t>Testes</a:t>
          </a:r>
          <a:endParaRPr lang="pt-BR" dirty="0"/>
        </a:p>
      </dgm:t>
    </dgm:pt>
    <dgm:pt modelId="{24672C93-024A-4491-9909-9E2F15A16D99}" type="parTrans" cxnId="{D3D8DFBB-E87F-4A84-9EAE-516F99E06066}">
      <dgm:prSet/>
      <dgm:spPr/>
      <dgm:t>
        <a:bodyPr/>
        <a:lstStyle/>
        <a:p>
          <a:endParaRPr lang="pt-BR"/>
        </a:p>
      </dgm:t>
    </dgm:pt>
    <dgm:pt modelId="{52193D7B-8D9F-4A85-8663-01C7E9705398}" type="sibTrans" cxnId="{D3D8DFBB-E87F-4A84-9EAE-516F99E06066}">
      <dgm:prSet/>
      <dgm:spPr/>
      <dgm:t>
        <a:bodyPr/>
        <a:lstStyle/>
        <a:p>
          <a:endParaRPr lang="pt-BR"/>
        </a:p>
      </dgm:t>
    </dgm:pt>
    <dgm:pt modelId="{885487CF-6383-4C36-9E8C-E939A874D418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pt-BR" b="1" i="0" dirty="0"/>
            <a:t>Entrega</a:t>
          </a:r>
          <a:endParaRPr lang="pt-BR" dirty="0"/>
        </a:p>
      </dgm:t>
    </dgm:pt>
    <dgm:pt modelId="{46C7574B-FA26-4AE5-9A48-2309E263C989}" type="parTrans" cxnId="{E2E18B47-E127-4F28-97B7-E705A7C70F68}">
      <dgm:prSet/>
      <dgm:spPr/>
      <dgm:t>
        <a:bodyPr/>
        <a:lstStyle/>
        <a:p>
          <a:endParaRPr lang="pt-BR"/>
        </a:p>
      </dgm:t>
    </dgm:pt>
    <dgm:pt modelId="{698C8D12-6C0A-4571-90B5-723F1B365B54}" type="sibTrans" cxnId="{E2E18B47-E127-4F28-97B7-E705A7C70F68}">
      <dgm:prSet/>
      <dgm:spPr/>
      <dgm:t>
        <a:bodyPr/>
        <a:lstStyle/>
        <a:p>
          <a:endParaRPr lang="pt-BR"/>
        </a:p>
      </dgm:t>
    </dgm:pt>
    <dgm:pt modelId="{73CC8E34-3CA6-453D-BB07-6296776EF8C7}" type="pres">
      <dgm:prSet presAssocID="{28036BF7-7A8B-4313-AAD6-79DBD3880E2E}" presName="Name0" presStyleCnt="0">
        <dgm:presLayoutVars>
          <dgm:dir/>
          <dgm:resizeHandles/>
        </dgm:presLayoutVars>
      </dgm:prSet>
      <dgm:spPr/>
    </dgm:pt>
    <dgm:pt modelId="{350169B3-93ED-4986-A99E-4B7AA73BDD89}" type="pres">
      <dgm:prSet presAssocID="{010C6C84-C442-4D8B-A502-C3E145126672}" presName="compNode" presStyleCnt="0"/>
      <dgm:spPr/>
    </dgm:pt>
    <dgm:pt modelId="{0E943245-2909-46A5-96DC-F0A18C3B1A7E}" type="pres">
      <dgm:prSet presAssocID="{010C6C84-C442-4D8B-A502-C3E145126672}" presName="dummyConnPt" presStyleCnt="0"/>
      <dgm:spPr/>
    </dgm:pt>
    <dgm:pt modelId="{7C3080F8-0E9F-4961-9816-B9AC9E0F3E76}" type="pres">
      <dgm:prSet presAssocID="{010C6C84-C442-4D8B-A502-C3E145126672}" presName="node" presStyleLbl="node1" presStyleIdx="0" presStyleCnt="7">
        <dgm:presLayoutVars>
          <dgm:bulletEnabled val="1"/>
        </dgm:presLayoutVars>
      </dgm:prSet>
      <dgm:spPr/>
    </dgm:pt>
    <dgm:pt modelId="{16724010-2801-4D6B-ACF1-0ECB42593E13}" type="pres">
      <dgm:prSet presAssocID="{82F6398F-7130-4F6F-A726-A401AF21D7CA}" presName="sibTrans" presStyleLbl="bgSibTrans2D1" presStyleIdx="0" presStyleCnt="6"/>
      <dgm:spPr/>
    </dgm:pt>
    <dgm:pt modelId="{832D2624-E632-4601-9FF2-F31566A2C702}" type="pres">
      <dgm:prSet presAssocID="{1C28F856-00AF-4909-8813-BCF82D5E801E}" presName="compNode" presStyleCnt="0"/>
      <dgm:spPr/>
    </dgm:pt>
    <dgm:pt modelId="{0DEFC2A8-CA3B-454A-9104-6C0C69F7F202}" type="pres">
      <dgm:prSet presAssocID="{1C28F856-00AF-4909-8813-BCF82D5E801E}" presName="dummyConnPt" presStyleCnt="0"/>
      <dgm:spPr/>
    </dgm:pt>
    <dgm:pt modelId="{BAABF9C3-F04F-465D-A264-E88297956372}" type="pres">
      <dgm:prSet presAssocID="{1C28F856-00AF-4909-8813-BCF82D5E801E}" presName="node" presStyleLbl="node1" presStyleIdx="1" presStyleCnt="7">
        <dgm:presLayoutVars>
          <dgm:bulletEnabled val="1"/>
        </dgm:presLayoutVars>
      </dgm:prSet>
      <dgm:spPr/>
    </dgm:pt>
    <dgm:pt modelId="{24AAA2AA-D890-4509-A932-C8E51E86078B}" type="pres">
      <dgm:prSet presAssocID="{8A6EEE3C-EDC3-4D42-9155-F1E842703D0F}" presName="sibTrans" presStyleLbl="bgSibTrans2D1" presStyleIdx="1" presStyleCnt="6"/>
      <dgm:spPr/>
    </dgm:pt>
    <dgm:pt modelId="{B1D3FDC8-A6E6-43F1-9BBD-316591F3C462}" type="pres">
      <dgm:prSet presAssocID="{6D4BA58D-5023-4297-96EB-F61B580A734E}" presName="compNode" presStyleCnt="0"/>
      <dgm:spPr/>
    </dgm:pt>
    <dgm:pt modelId="{D8184851-9A9E-439E-AD7F-968E07B1C437}" type="pres">
      <dgm:prSet presAssocID="{6D4BA58D-5023-4297-96EB-F61B580A734E}" presName="dummyConnPt" presStyleCnt="0"/>
      <dgm:spPr/>
    </dgm:pt>
    <dgm:pt modelId="{37D0A508-C18E-4F33-9E03-070A4B192C89}" type="pres">
      <dgm:prSet presAssocID="{6D4BA58D-5023-4297-96EB-F61B580A734E}" presName="node" presStyleLbl="node1" presStyleIdx="2" presStyleCnt="7">
        <dgm:presLayoutVars>
          <dgm:bulletEnabled val="1"/>
        </dgm:presLayoutVars>
      </dgm:prSet>
      <dgm:spPr/>
    </dgm:pt>
    <dgm:pt modelId="{5BA328E2-FB31-4154-BC8E-5E661D12C732}" type="pres">
      <dgm:prSet presAssocID="{16D54829-09C5-402D-BB5D-A4DD3B16E544}" presName="sibTrans" presStyleLbl="bgSibTrans2D1" presStyleIdx="2" presStyleCnt="6"/>
      <dgm:spPr/>
    </dgm:pt>
    <dgm:pt modelId="{EC801EF8-A2FB-47D9-9A9A-1B56B991DD93}" type="pres">
      <dgm:prSet presAssocID="{20585412-E787-48FD-AEEA-418C0771F976}" presName="compNode" presStyleCnt="0"/>
      <dgm:spPr/>
    </dgm:pt>
    <dgm:pt modelId="{2D4E0EC1-284D-4A0E-80EF-B2F35B7C7E0D}" type="pres">
      <dgm:prSet presAssocID="{20585412-E787-48FD-AEEA-418C0771F976}" presName="dummyConnPt" presStyleCnt="0"/>
      <dgm:spPr/>
    </dgm:pt>
    <dgm:pt modelId="{2B3FA307-B39C-4BD8-84EC-49F331532BC2}" type="pres">
      <dgm:prSet presAssocID="{20585412-E787-48FD-AEEA-418C0771F976}" presName="node" presStyleLbl="node1" presStyleIdx="3" presStyleCnt="7">
        <dgm:presLayoutVars>
          <dgm:bulletEnabled val="1"/>
        </dgm:presLayoutVars>
      </dgm:prSet>
      <dgm:spPr/>
    </dgm:pt>
    <dgm:pt modelId="{7BBDE058-437F-4645-8EF9-08DE60F10DAF}" type="pres">
      <dgm:prSet presAssocID="{D10020DA-78C6-4D3E-A951-A4EEAB106BFD}" presName="sibTrans" presStyleLbl="bgSibTrans2D1" presStyleIdx="3" presStyleCnt="6"/>
      <dgm:spPr/>
    </dgm:pt>
    <dgm:pt modelId="{4C05B7A8-203D-4FF7-8B8B-35D634FB29D8}" type="pres">
      <dgm:prSet presAssocID="{307FBB4D-80C8-4474-89A9-781CF076B4DC}" presName="compNode" presStyleCnt="0"/>
      <dgm:spPr/>
    </dgm:pt>
    <dgm:pt modelId="{D98D8B1E-AC50-4DAB-8C3B-4950633D8129}" type="pres">
      <dgm:prSet presAssocID="{307FBB4D-80C8-4474-89A9-781CF076B4DC}" presName="dummyConnPt" presStyleCnt="0"/>
      <dgm:spPr/>
    </dgm:pt>
    <dgm:pt modelId="{7F901046-06B8-4EDA-83D9-42D770E964A8}" type="pres">
      <dgm:prSet presAssocID="{307FBB4D-80C8-4474-89A9-781CF076B4DC}" presName="node" presStyleLbl="node1" presStyleIdx="4" presStyleCnt="7">
        <dgm:presLayoutVars>
          <dgm:bulletEnabled val="1"/>
        </dgm:presLayoutVars>
      </dgm:prSet>
      <dgm:spPr/>
    </dgm:pt>
    <dgm:pt modelId="{7BB0CD1D-5D7F-4269-A22D-6732397E2D62}" type="pres">
      <dgm:prSet presAssocID="{06435748-F23D-412B-8891-3547D9D462EE}" presName="sibTrans" presStyleLbl="bgSibTrans2D1" presStyleIdx="4" presStyleCnt="6"/>
      <dgm:spPr/>
    </dgm:pt>
    <dgm:pt modelId="{80AFF669-1B22-4D7E-9F6F-5AFD332907D7}" type="pres">
      <dgm:prSet presAssocID="{CD8AE8D7-104E-4A42-A884-DC4116159515}" presName="compNode" presStyleCnt="0"/>
      <dgm:spPr/>
    </dgm:pt>
    <dgm:pt modelId="{AF05285B-CCAB-4360-9455-01EC2BFF1AB5}" type="pres">
      <dgm:prSet presAssocID="{CD8AE8D7-104E-4A42-A884-DC4116159515}" presName="dummyConnPt" presStyleCnt="0"/>
      <dgm:spPr/>
    </dgm:pt>
    <dgm:pt modelId="{93D77E09-A00E-47EA-B64E-57000E6BD028}" type="pres">
      <dgm:prSet presAssocID="{CD8AE8D7-104E-4A42-A884-DC4116159515}" presName="node" presStyleLbl="node1" presStyleIdx="5" presStyleCnt="7">
        <dgm:presLayoutVars>
          <dgm:bulletEnabled val="1"/>
        </dgm:presLayoutVars>
      </dgm:prSet>
      <dgm:spPr/>
    </dgm:pt>
    <dgm:pt modelId="{0BD10BE0-F939-47E3-BF9C-300B9797435A}" type="pres">
      <dgm:prSet presAssocID="{52193D7B-8D9F-4A85-8663-01C7E9705398}" presName="sibTrans" presStyleLbl="bgSibTrans2D1" presStyleIdx="5" presStyleCnt="6"/>
      <dgm:spPr/>
    </dgm:pt>
    <dgm:pt modelId="{50CC0227-45C7-4AFE-A452-62E412EED40E}" type="pres">
      <dgm:prSet presAssocID="{885487CF-6383-4C36-9E8C-E939A874D418}" presName="compNode" presStyleCnt="0"/>
      <dgm:spPr/>
    </dgm:pt>
    <dgm:pt modelId="{40A2E08D-51F7-41DD-8470-F50685DEF489}" type="pres">
      <dgm:prSet presAssocID="{885487CF-6383-4C36-9E8C-E939A874D418}" presName="dummyConnPt" presStyleCnt="0"/>
      <dgm:spPr/>
    </dgm:pt>
    <dgm:pt modelId="{EE3D037C-41C0-4261-9BEB-C408780F7284}" type="pres">
      <dgm:prSet presAssocID="{885487CF-6383-4C36-9E8C-E939A874D418}" presName="node" presStyleLbl="node1" presStyleIdx="6" presStyleCnt="7">
        <dgm:presLayoutVars>
          <dgm:bulletEnabled val="1"/>
        </dgm:presLayoutVars>
      </dgm:prSet>
      <dgm:spPr/>
    </dgm:pt>
  </dgm:ptLst>
  <dgm:cxnLst>
    <dgm:cxn modelId="{542A6E14-27AC-415C-B800-1F162D84F9C3}" type="presOf" srcId="{20585412-E787-48FD-AEEA-418C0771F976}" destId="{2B3FA307-B39C-4BD8-84EC-49F331532BC2}" srcOrd="0" destOrd="0" presId="urn:microsoft.com/office/officeart/2005/8/layout/bProcess4"/>
    <dgm:cxn modelId="{7C344428-8DA5-4266-8C83-D23A838BB2A7}" type="presOf" srcId="{307FBB4D-80C8-4474-89A9-781CF076B4DC}" destId="{7F901046-06B8-4EDA-83D9-42D770E964A8}" srcOrd="0" destOrd="0" presId="urn:microsoft.com/office/officeart/2005/8/layout/bProcess4"/>
    <dgm:cxn modelId="{B4790829-FF2E-4315-B3AF-197888E4D093}" srcId="{28036BF7-7A8B-4313-AAD6-79DBD3880E2E}" destId="{6D4BA58D-5023-4297-96EB-F61B580A734E}" srcOrd="2" destOrd="0" parTransId="{23A8A76E-C611-4E7E-B30C-6536A5467F5E}" sibTransId="{16D54829-09C5-402D-BB5D-A4DD3B16E544}"/>
    <dgm:cxn modelId="{073BDC31-CE50-4717-9E7C-9DAE9164919A}" type="presOf" srcId="{52193D7B-8D9F-4A85-8663-01C7E9705398}" destId="{0BD10BE0-F939-47E3-BF9C-300B9797435A}" srcOrd="0" destOrd="0" presId="urn:microsoft.com/office/officeart/2005/8/layout/bProcess4"/>
    <dgm:cxn modelId="{58247035-E760-48ED-8A13-250D8A1C1DFE}" srcId="{28036BF7-7A8B-4313-AAD6-79DBD3880E2E}" destId="{20585412-E787-48FD-AEEA-418C0771F976}" srcOrd="3" destOrd="0" parTransId="{39887608-0C01-469D-A865-ACFA7034E652}" sibTransId="{D10020DA-78C6-4D3E-A951-A4EEAB106BFD}"/>
    <dgm:cxn modelId="{5D78E865-C671-4A8F-9F9B-C3AC95483F1B}" type="presOf" srcId="{28036BF7-7A8B-4313-AAD6-79DBD3880E2E}" destId="{73CC8E34-3CA6-453D-BB07-6296776EF8C7}" srcOrd="0" destOrd="0" presId="urn:microsoft.com/office/officeart/2005/8/layout/bProcess4"/>
    <dgm:cxn modelId="{99A07347-465D-4E1C-BF0F-7291257CE75A}" type="presOf" srcId="{82F6398F-7130-4F6F-A726-A401AF21D7CA}" destId="{16724010-2801-4D6B-ACF1-0ECB42593E13}" srcOrd="0" destOrd="0" presId="urn:microsoft.com/office/officeart/2005/8/layout/bProcess4"/>
    <dgm:cxn modelId="{E2E18B47-E127-4F28-97B7-E705A7C70F68}" srcId="{28036BF7-7A8B-4313-AAD6-79DBD3880E2E}" destId="{885487CF-6383-4C36-9E8C-E939A874D418}" srcOrd="6" destOrd="0" parTransId="{46C7574B-FA26-4AE5-9A48-2309E263C989}" sibTransId="{698C8D12-6C0A-4571-90B5-723F1B365B54}"/>
    <dgm:cxn modelId="{85C0B14C-C151-4257-91C3-57D33BCDBB06}" type="presOf" srcId="{010C6C84-C442-4D8B-A502-C3E145126672}" destId="{7C3080F8-0E9F-4961-9816-B9AC9E0F3E76}" srcOrd="0" destOrd="0" presId="urn:microsoft.com/office/officeart/2005/8/layout/bProcess4"/>
    <dgm:cxn modelId="{9ACAB34D-F817-4E14-A659-F1637C55B367}" srcId="{28036BF7-7A8B-4313-AAD6-79DBD3880E2E}" destId="{1C28F856-00AF-4909-8813-BCF82D5E801E}" srcOrd="1" destOrd="0" parTransId="{CA6DA062-4344-4DC4-8832-2304DA5C8F2A}" sibTransId="{8A6EEE3C-EDC3-4D42-9155-F1E842703D0F}"/>
    <dgm:cxn modelId="{4C4CCD51-1A6E-4EB4-A0C3-3AFD72302945}" srcId="{28036BF7-7A8B-4313-AAD6-79DBD3880E2E}" destId="{307FBB4D-80C8-4474-89A9-781CF076B4DC}" srcOrd="4" destOrd="0" parTransId="{FF0E3103-B372-4720-928E-1CD1A1FAA2E3}" sibTransId="{06435748-F23D-412B-8891-3547D9D462EE}"/>
    <dgm:cxn modelId="{05997E57-9F58-41DC-8911-5820CC8AE3A1}" type="presOf" srcId="{CD8AE8D7-104E-4A42-A884-DC4116159515}" destId="{93D77E09-A00E-47EA-B64E-57000E6BD028}" srcOrd="0" destOrd="0" presId="urn:microsoft.com/office/officeart/2005/8/layout/bProcess4"/>
    <dgm:cxn modelId="{F5D38258-1E56-4B37-88FF-E405809AA139}" srcId="{28036BF7-7A8B-4313-AAD6-79DBD3880E2E}" destId="{010C6C84-C442-4D8B-A502-C3E145126672}" srcOrd="0" destOrd="0" parTransId="{6460C94B-3CEB-470D-991A-759BDF0A8E88}" sibTransId="{82F6398F-7130-4F6F-A726-A401AF21D7CA}"/>
    <dgm:cxn modelId="{6DD03A81-A0F8-4D04-8C59-C5CC1235F385}" type="presOf" srcId="{16D54829-09C5-402D-BB5D-A4DD3B16E544}" destId="{5BA328E2-FB31-4154-BC8E-5E661D12C732}" srcOrd="0" destOrd="0" presId="urn:microsoft.com/office/officeart/2005/8/layout/bProcess4"/>
    <dgm:cxn modelId="{A7CE9985-F1D0-4B62-948B-166CEF9C74FA}" type="presOf" srcId="{8A6EEE3C-EDC3-4D42-9155-F1E842703D0F}" destId="{24AAA2AA-D890-4509-A932-C8E51E86078B}" srcOrd="0" destOrd="0" presId="urn:microsoft.com/office/officeart/2005/8/layout/bProcess4"/>
    <dgm:cxn modelId="{ECC33799-7F2F-4856-8912-E8AB5915FAC0}" type="presOf" srcId="{6D4BA58D-5023-4297-96EB-F61B580A734E}" destId="{37D0A508-C18E-4F33-9E03-070A4B192C89}" srcOrd="0" destOrd="0" presId="urn:microsoft.com/office/officeart/2005/8/layout/bProcess4"/>
    <dgm:cxn modelId="{14B0D9A6-11A6-4B07-89B0-5490D51BD7EA}" type="presOf" srcId="{885487CF-6383-4C36-9E8C-E939A874D418}" destId="{EE3D037C-41C0-4261-9BEB-C408780F7284}" srcOrd="0" destOrd="0" presId="urn:microsoft.com/office/officeart/2005/8/layout/bProcess4"/>
    <dgm:cxn modelId="{FD4DBEB5-605A-4C2B-965F-2017B7A6FC17}" type="presOf" srcId="{1C28F856-00AF-4909-8813-BCF82D5E801E}" destId="{BAABF9C3-F04F-465D-A264-E88297956372}" srcOrd="0" destOrd="0" presId="urn:microsoft.com/office/officeart/2005/8/layout/bProcess4"/>
    <dgm:cxn modelId="{D3D8DFBB-E87F-4A84-9EAE-516F99E06066}" srcId="{28036BF7-7A8B-4313-AAD6-79DBD3880E2E}" destId="{CD8AE8D7-104E-4A42-A884-DC4116159515}" srcOrd="5" destOrd="0" parTransId="{24672C93-024A-4491-9909-9E2F15A16D99}" sibTransId="{52193D7B-8D9F-4A85-8663-01C7E9705398}"/>
    <dgm:cxn modelId="{D4FB40CE-AB0E-4F9C-92DF-6C301C13A0EB}" type="presOf" srcId="{D10020DA-78C6-4D3E-A951-A4EEAB106BFD}" destId="{7BBDE058-437F-4645-8EF9-08DE60F10DAF}" srcOrd="0" destOrd="0" presId="urn:microsoft.com/office/officeart/2005/8/layout/bProcess4"/>
    <dgm:cxn modelId="{F69293F4-6566-45A0-B379-64872F395376}" type="presOf" srcId="{06435748-F23D-412B-8891-3547D9D462EE}" destId="{7BB0CD1D-5D7F-4269-A22D-6732397E2D62}" srcOrd="0" destOrd="0" presId="urn:microsoft.com/office/officeart/2005/8/layout/bProcess4"/>
    <dgm:cxn modelId="{7075CECE-97E0-4472-AC93-D0993EA01D0D}" type="presParOf" srcId="{73CC8E34-3CA6-453D-BB07-6296776EF8C7}" destId="{350169B3-93ED-4986-A99E-4B7AA73BDD89}" srcOrd="0" destOrd="0" presId="urn:microsoft.com/office/officeart/2005/8/layout/bProcess4"/>
    <dgm:cxn modelId="{0904A255-498A-462E-A45A-02B4B39845F9}" type="presParOf" srcId="{350169B3-93ED-4986-A99E-4B7AA73BDD89}" destId="{0E943245-2909-46A5-96DC-F0A18C3B1A7E}" srcOrd="0" destOrd="0" presId="urn:microsoft.com/office/officeart/2005/8/layout/bProcess4"/>
    <dgm:cxn modelId="{88E2EC7D-BA08-4130-AED1-AE4000C73939}" type="presParOf" srcId="{350169B3-93ED-4986-A99E-4B7AA73BDD89}" destId="{7C3080F8-0E9F-4961-9816-B9AC9E0F3E76}" srcOrd="1" destOrd="0" presId="urn:microsoft.com/office/officeart/2005/8/layout/bProcess4"/>
    <dgm:cxn modelId="{52BF737D-C3F7-408D-B305-68F0CDEF5BDD}" type="presParOf" srcId="{73CC8E34-3CA6-453D-BB07-6296776EF8C7}" destId="{16724010-2801-4D6B-ACF1-0ECB42593E13}" srcOrd="1" destOrd="0" presId="urn:microsoft.com/office/officeart/2005/8/layout/bProcess4"/>
    <dgm:cxn modelId="{F4FC9DBB-3BF2-4DEF-8016-929A3130FA13}" type="presParOf" srcId="{73CC8E34-3CA6-453D-BB07-6296776EF8C7}" destId="{832D2624-E632-4601-9FF2-F31566A2C702}" srcOrd="2" destOrd="0" presId="urn:microsoft.com/office/officeart/2005/8/layout/bProcess4"/>
    <dgm:cxn modelId="{8C9D870D-6D39-4CCE-9119-CEC8F7F14075}" type="presParOf" srcId="{832D2624-E632-4601-9FF2-F31566A2C702}" destId="{0DEFC2A8-CA3B-454A-9104-6C0C69F7F202}" srcOrd="0" destOrd="0" presId="urn:microsoft.com/office/officeart/2005/8/layout/bProcess4"/>
    <dgm:cxn modelId="{0DEA4BC5-AF00-490C-83ED-EF16D39F964A}" type="presParOf" srcId="{832D2624-E632-4601-9FF2-F31566A2C702}" destId="{BAABF9C3-F04F-465D-A264-E88297956372}" srcOrd="1" destOrd="0" presId="urn:microsoft.com/office/officeart/2005/8/layout/bProcess4"/>
    <dgm:cxn modelId="{6DE172CB-0248-4F2E-8B5E-DBE0B0D78BB0}" type="presParOf" srcId="{73CC8E34-3CA6-453D-BB07-6296776EF8C7}" destId="{24AAA2AA-D890-4509-A932-C8E51E86078B}" srcOrd="3" destOrd="0" presId="urn:microsoft.com/office/officeart/2005/8/layout/bProcess4"/>
    <dgm:cxn modelId="{95556033-4F23-4AA8-9AB7-74BBDCE44E25}" type="presParOf" srcId="{73CC8E34-3CA6-453D-BB07-6296776EF8C7}" destId="{B1D3FDC8-A6E6-43F1-9BBD-316591F3C462}" srcOrd="4" destOrd="0" presId="urn:microsoft.com/office/officeart/2005/8/layout/bProcess4"/>
    <dgm:cxn modelId="{019E53E1-5DD4-47F6-92B6-7EF5BA3440E0}" type="presParOf" srcId="{B1D3FDC8-A6E6-43F1-9BBD-316591F3C462}" destId="{D8184851-9A9E-439E-AD7F-968E07B1C437}" srcOrd="0" destOrd="0" presId="urn:microsoft.com/office/officeart/2005/8/layout/bProcess4"/>
    <dgm:cxn modelId="{7084EAD7-B9F8-4E2D-A325-1C015959187E}" type="presParOf" srcId="{B1D3FDC8-A6E6-43F1-9BBD-316591F3C462}" destId="{37D0A508-C18E-4F33-9E03-070A4B192C89}" srcOrd="1" destOrd="0" presId="urn:microsoft.com/office/officeart/2005/8/layout/bProcess4"/>
    <dgm:cxn modelId="{5480E3AC-C992-4C50-9B92-4E9AA61BA427}" type="presParOf" srcId="{73CC8E34-3CA6-453D-BB07-6296776EF8C7}" destId="{5BA328E2-FB31-4154-BC8E-5E661D12C732}" srcOrd="5" destOrd="0" presId="urn:microsoft.com/office/officeart/2005/8/layout/bProcess4"/>
    <dgm:cxn modelId="{FA2A9024-ED59-4371-8030-A572B43BD243}" type="presParOf" srcId="{73CC8E34-3CA6-453D-BB07-6296776EF8C7}" destId="{EC801EF8-A2FB-47D9-9A9A-1B56B991DD93}" srcOrd="6" destOrd="0" presId="urn:microsoft.com/office/officeart/2005/8/layout/bProcess4"/>
    <dgm:cxn modelId="{17F8FC8B-22EF-41D6-B8DD-CF1E4086CBC0}" type="presParOf" srcId="{EC801EF8-A2FB-47D9-9A9A-1B56B991DD93}" destId="{2D4E0EC1-284D-4A0E-80EF-B2F35B7C7E0D}" srcOrd="0" destOrd="0" presId="urn:microsoft.com/office/officeart/2005/8/layout/bProcess4"/>
    <dgm:cxn modelId="{0CA7F943-8A42-450A-B133-D4C49F504ECE}" type="presParOf" srcId="{EC801EF8-A2FB-47D9-9A9A-1B56B991DD93}" destId="{2B3FA307-B39C-4BD8-84EC-49F331532BC2}" srcOrd="1" destOrd="0" presId="urn:microsoft.com/office/officeart/2005/8/layout/bProcess4"/>
    <dgm:cxn modelId="{36FDEDC4-3695-4613-9E61-884B1BED9A1D}" type="presParOf" srcId="{73CC8E34-3CA6-453D-BB07-6296776EF8C7}" destId="{7BBDE058-437F-4645-8EF9-08DE60F10DAF}" srcOrd="7" destOrd="0" presId="urn:microsoft.com/office/officeart/2005/8/layout/bProcess4"/>
    <dgm:cxn modelId="{5DA2B4CB-B2A1-4F1C-81CC-0F2A2DD421CD}" type="presParOf" srcId="{73CC8E34-3CA6-453D-BB07-6296776EF8C7}" destId="{4C05B7A8-203D-4FF7-8B8B-35D634FB29D8}" srcOrd="8" destOrd="0" presId="urn:microsoft.com/office/officeart/2005/8/layout/bProcess4"/>
    <dgm:cxn modelId="{8AF8B7D2-76A6-407C-A5A1-2360622589A2}" type="presParOf" srcId="{4C05B7A8-203D-4FF7-8B8B-35D634FB29D8}" destId="{D98D8B1E-AC50-4DAB-8C3B-4950633D8129}" srcOrd="0" destOrd="0" presId="urn:microsoft.com/office/officeart/2005/8/layout/bProcess4"/>
    <dgm:cxn modelId="{D469FA6A-F61A-4B5E-911C-011FD1E07ACE}" type="presParOf" srcId="{4C05B7A8-203D-4FF7-8B8B-35D634FB29D8}" destId="{7F901046-06B8-4EDA-83D9-42D770E964A8}" srcOrd="1" destOrd="0" presId="urn:microsoft.com/office/officeart/2005/8/layout/bProcess4"/>
    <dgm:cxn modelId="{3E8D0FE1-2B51-4B6C-9401-C05D795E4843}" type="presParOf" srcId="{73CC8E34-3CA6-453D-BB07-6296776EF8C7}" destId="{7BB0CD1D-5D7F-4269-A22D-6732397E2D62}" srcOrd="9" destOrd="0" presId="urn:microsoft.com/office/officeart/2005/8/layout/bProcess4"/>
    <dgm:cxn modelId="{5F2D152F-C155-4FF2-B480-25FDEE62DFC0}" type="presParOf" srcId="{73CC8E34-3CA6-453D-BB07-6296776EF8C7}" destId="{80AFF669-1B22-4D7E-9F6F-5AFD332907D7}" srcOrd="10" destOrd="0" presId="urn:microsoft.com/office/officeart/2005/8/layout/bProcess4"/>
    <dgm:cxn modelId="{D7EEC7DC-1C07-4FAE-8562-AC76598ACA5B}" type="presParOf" srcId="{80AFF669-1B22-4D7E-9F6F-5AFD332907D7}" destId="{AF05285B-CCAB-4360-9455-01EC2BFF1AB5}" srcOrd="0" destOrd="0" presId="urn:microsoft.com/office/officeart/2005/8/layout/bProcess4"/>
    <dgm:cxn modelId="{739A39FA-3E4A-4404-A69B-DF0ED09D4C0F}" type="presParOf" srcId="{80AFF669-1B22-4D7E-9F6F-5AFD332907D7}" destId="{93D77E09-A00E-47EA-B64E-57000E6BD028}" srcOrd="1" destOrd="0" presId="urn:microsoft.com/office/officeart/2005/8/layout/bProcess4"/>
    <dgm:cxn modelId="{50D939F3-0D8E-41B9-AD59-627125DA2DBE}" type="presParOf" srcId="{73CC8E34-3CA6-453D-BB07-6296776EF8C7}" destId="{0BD10BE0-F939-47E3-BF9C-300B9797435A}" srcOrd="11" destOrd="0" presId="urn:microsoft.com/office/officeart/2005/8/layout/bProcess4"/>
    <dgm:cxn modelId="{23D80AE8-CE60-41D7-B33E-BB263F507BF5}" type="presParOf" srcId="{73CC8E34-3CA6-453D-BB07-6296776EF8C7}" destId="{50CC0227-45C7-4AFE-A452-62E412EED40E}" srcOrd="12" destOrd="0" presId="urn:microsoft.com/office/officeart/2005/8/layout/bProcess4"/>
    <dgm:cxn modelId="{691A34A2-4858-4E7E-9325-592D4E44E8EB}" type="presParOf" srcId="{50CC0227-45C7-4AFE-A452-62E412EED40E}" destId="{40A2E08D-51F7-41DD-8470-F50685DEF489}" srcOrd="0" destOrd="0" presId="urn:microsoft.com/office/officeart/2005/8/layout/bProcess4"/>
    <dgm:cxn modelId="{5C065B44-56BA-42F7-96FE-43DAAC1D414A}" type="presParOf" srcId="{50CC0227-45C7-4AFE-A452-62E412EED40E}" destId="{EE3D037C-41C0-4261-9BEB-C408780F7284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724010-2801-4D6B-ACF1-0ECB42593E13}">
      <dsp:nvSpPr>
        <dsp:cNvPr id="0" name=""/>
        <dsp:cNvSpPr/>
      </dsp:nvSpPr>
      <dsp:spPr>
        <a:xfrm rot="5400000">
          <a:off x="1620041" y="696072"/>
          <a:ext cx="1087431" cy="131185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3080F8-0E9F-4961-9816-B9AC9E0F3E76}">
      <dsp:nvSpPr>
        <dsp:cNvPr id="0" name=""/>
        <dsp:cNvSpPr/>
      </dsp:nvSpPr>
      <dsp:spPr>
        <a:xfrm>
          <a:off x="1869342" y="811"/>
          <a:ext cx="1457619" cy="8745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pt-BR" sz="1500" b="1" i="0" kern="1200" dirty="0"/>
            <a:t>Pesquisa</a:t>
          </a:r>
          <a:endParaRPr lang="pt-BR" sz="1500" kern="1200" dirty="0"/>
        </a:p>
      </dsp:txBody>
      <dsp:txXfrm>
        <a:off x="1894957" y="26426"/>
        <a:ext cx="1406389" cy="823341"/>
      </dsp:txXfrm>
    </dsp:sp>
    <dsp:sp modelId="{24AAA2AA-D890-4509-A932-C8E51E86078B}">
      <dsp:nvSpPr>
        <dsp:cNvPr id="0" name=""/>
        <dsp:cNvSpPr/>
      </dsp:nvSpPr>
      <dsp:spPr>
        <a:xfrm rot="5400000">
          <a:off x="1620041" y="1789287"/>
          <a:ext cx="1087431" cy="131185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ABF9C3-F04F-465D-A264-E88297956372}">
      <dsp:nvSpPr>
        <dsp:cNvPr id="0" name=""/>
        <dsp:cNvSpPr/>
      </dsp:nvSpPr>
      <dsp:spPr>
        <a:xfrm>
          <a:off x="1869342" y="1094026"/>
          <a:ext cx="1457619" cy="8745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pt-BR" sz="1500" b="1" i="0" kern="1200" dirty="0"/>
            <a:t>Planejamento</a:t>
          </a:r>
          <a:endParaRPr lang="pt-BR" sz="1500" kern="1200" dirty="0"/>
        </a:p>
      </dsp:txBody>
      <dsp:txXfrm>
        <a:off x="1894957" y="1119641"/>
        <a:ext cx="1406389" cy="823341"/>
      </dsp:txXfrm>
    </dsp:sp>
    <dsp:sp modelId="{5BA328E2-FB31-4154-BC8E-5E661D12C732}">
      <dsp:nvSpPr>
        <dsp:cNvPr id="0" name=""/>
        <dsp:cNvSpPr/>
      </dsp:nvSpPr>
      <dsp:spPr>
        <a:xfrm>
          <a:off x="2166649" y="2335894"/>
          <a:ext cx="1932851" cy="131185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D0A508-C18E-4F33-9E03-070A4B192C89}">
      <dsp:nvSpPr>
        <dsp:cNvPr id="0" name=""/>
        <dsp:cNvSpPr/>
      </dsp:nvSpPr>
      <dsp:spPr>
        <a:xfrm>
          <a:off x="1869342" y="2187240"/>
          <a:ext cx="1457619" cy="8745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pt-BR" sz="1500" b="1" i="0" kern="1200" dirty="0"/>
            <a:t>Rascunho</a:t>
          </a:r>
          <a:endParaRPr lang="pt-BR" sz="1500" kern="1200" dirty="0"/>
        </a:p>
      </dsp:txBody>
      <dsp:txXfrm>
        <a:off x="1894957" y="2212855"/>
        <a:ext cx="1406389" cy="823341"/>
      </dsp:txXfrm>
    </dsp:sp>
    <dsp:sp modelId="{7BBDE058-437F-4645-8EF9-08DE60F10DAF}">
      <dsp:nvSpPr>
        <dsp:cNvPr id="0" name=""/>
        <dsp:cNvSpPr/>
      </dsp:nvSpPr>
      <dsp:spPr>
        <a:xfrm rot="16200000">
          <a:off x="3558676" y="1789287"/>
          <a:ext cx="1087431" cy="131185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3FA307-B39C-4BD8-84EC-49F331532BC2}">
      <dsp:nvSpPr>
        <dsp:cNvPr id="0" name=""/>
        <dsp:cNvSpPr/>
      </dsp:nvSpPr>
      <dsp:spPr>
        <a:xfrm>
          <a:off x="3807976" y="2187240"/>
          <a:ext cx="1457619" cy="8745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pt-BR" sz="1500" b="1" i="0" kern="1200" dirty="0"/>
            <a:t>Design</a:t>
          </a:r>
          <a:endParaRPr lang="pt-BR" sz="1500" kern="1200" dirty="0"/>
        </a:p>
      </dsp:txBody>
      <dsp:txXfrm>
        <a:off x="3833591" y="2212855"/>
        <a:ext cx="1406389" cy="823341"/>
      </dsp:txXfrm>
    </dsp:sp>
    <dsp:sp modelId="{7BB0CD1D-5D7F-4269-A22D-6732397E2D62}">
      <dsp:nvSpPr>
        <dsp:cNvPr id="0" name=""/>
        <dsp:cNvSpPr/>
      </dsp:nvSpPr>
      <dsp:spPr>
        <a:xfrm rot="16200000">
          <a:off x="3558676" y="696072"/>
          <a:ext cx="1087431" cy="131185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901046-06B8-4EDA-83D9-42D770E964A8}">
      <dsp:nvSpPr>
        <dsp:cNvPr id="0" name=""/>
        <dsp:cNvSpPr/>
      </dsp:nvSpPr>
      <dsp:spPr>
        <a:xfrm>
          <a:off x="3807976" y="1094026"/>
          <a:ext cx="1457619" cy="8745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pt-BR" sz="1500" b="1" i="0" kern="1200" dirty="0"/>
            <a:t>Programação</a:t>
          </a:r>
          <a:endParaRPr lang="pt-BR" sz="1500" kern="1200" dirty="0"/>
        </a:p>
      </dsp:txBody>
      <dsp:txXfrm>
        <a:off x="3833591" y="1119641"/>
        <a:ext cx="1406389" cy="823341"/>
      </dsp:txXfrm>
    </dsp:sp>
    <dsp:sp modelId="{0BD10BE0-F939-47E3-BF9C-300B9797435A}">
      <dsp:nvSpPr>
        <dsp:cNvPr id="0" name=""/>
        <dsp:cNvSpPr/>
      </dsp:nvSpPr>
      <dsp:spPr>
        <a:xfrm>
          <a:off x="4105283" y="149464"/>
          <a:ext cx="1932851" cy="131185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D77E09-A00E-47EA-B64E-57000E6BD028}">
      <dsp:nvSpPr>
        <dsp:cNvPr id="0" name=""/>
        <dsp:cNvSpPr/>
      </dsp:nvSpPr>
      <dsp:spPr>
        <a:xfrm>
          <a:off x="3807976" y="811"/>
          <a:ext cx="1457619" cy="8745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pt-BR" sz="1500" b="1" i="0" kern="1200" dirty="0"/>
            <a:t>Testes</a:t>
          </a:r>
          <a:endParaRPr lang="pt-BR" sz="1500" kern="1200" dirty="0"/>
        </a:p>
      </dsp:txBody>
      <dsp:txXfrm>
        <a:off x="3833591" y="26426"/>
        <a:ext cx="1406389" cy="823341"/>
      </dsp:txXfrm>
    </dsp:sp>
    <dsp:sp modelId="{EE3D037C-41C0-4261-9BEB-C408780F7284}">
      <dsp:nvSpPr>
        <dsp:cNvPr id="0" name=""/>
        <dsp:cNvSpPr/>
      </dsp:nvSpPr>
      <dsp:spPr>
        <a:xfrm>
          <a:off x="5746611" y="811"/>
          <a:ext cx="1457619" cy="8745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pt-BR" sz="1500" b="1" i="0" kern="1200" dirty="0"/>
            <a:t>Entrega</a:t>
          </a:r>
          <a:endParaRPr lang="pt-BR" sz="1500" kern="1200" dirty="0"/>
        </a:p>
      </dsp:txBody>
      <dsp:txXfrm>
        <a:off x="5772226" y="26426"/>
        <a:ext cx="1406389" cy="8233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F405F4-96F0-404E-9F94-5815B617B070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267D0-ACE2-4373-A7A1-85CC067FC76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498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49BBB-E2D6-FBE8-B183-EA80E7FA5E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F91D62-E470-592F-BE01-D8FEA110BB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1A43E-B83F-433D-6606-EF20E9DAF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D0FAA-8E6C-4EB5-AE80-42142DC910A6}" type="datetime1">
              <a:rPr lang="pt-BR" smtClean="0"/>
              <a:t>18/09/2026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969AD-7C86-6BBE-4902-E9D593040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Projeto BahiaGoCode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B98C5-A8A7-713C-F7AE-94CABDC05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B3F94-121C-4B65-BF03-B2480978459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0526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490F9-83F1-A8E3-B04D-5F51552F8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4AB3F-74C7-4FD1-BC6B-EBF2CA4BA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DBA52-578D-7D5A-C97C-19424923C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BBE09-2D79-4251-B782-269F58D18429}" type="datetime1">
              <a:rPr lang="pt-BR" smtClean="0"/>
              <a:t>18/09/2026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6D076-26A7-2196-07C4-BD1925010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Projeto BahiaGoCode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E31A8-116D-A3E3-E7CA-6B9779DB5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B3F94-121C-4B65-BF03-B2480978459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4266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11579-9354-5D0A-5D68-1C573CAD3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018C09-CB3E-AAFE-EABC-DC684CBAD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44FD9-4E3E-752F-00A6-40D22AC6F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B2FE0-79F1-45BD-B763-A60170A7011A}" type="datetime1">
              <a:rPr lang="pt-BR" smtClean="0"/>
              <a:t>18/09/2026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C5DEE-362C-377D-A7B8-4E9C07E69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Projeto BahiaGoCode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A2AFC-5801-E406-DED1-7329342FA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B3F94-121C-4B65-BF03-B2480978459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3356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B424F-68F5-BA64-96AA-634C92A76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D8F72-075C-DB2E-F698-041BCCA5CA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272B27-0817-E9D7-B5C7-CEF4B6B43C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F2D56A-E116-A4E9-4241-589E95363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46D9E-087D-4EA8-AABD-4E165FA584D3}" type="datetime1">
              <a:rPr lang="pt-BR" smtClean="0"/>
              <a:t>18/09/2026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426D8-9C40-E7DB-A981-832C6D1A6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Projeto BahiaGoCode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9848F6-1FF0-A365-A965-43466509C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B3F94-121C-4B65-BF03-B2480978459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0390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CFE80-ED6F-3F44-71FD-D3EF303AA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093609-5190-BD03-85E2-44A1D550A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10A234-3362-6EEA-526C-667596DAD7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0151F4-6371-4859-9C2D-6235B33733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40F4A9-8589-508F-7BFB-798163971D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1DABE4-B203-5969-A62F-368E1E98F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775E4-46CB-436C-8A4A-1C4761F32AF8}" type="datetime1">
              <a:rPr lang="pt-BR" smtClean="0"/>
              <a:t>18/09/2026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A23ED6-578F-27E9-3318-656C10B22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Projeto BahiaGoCode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827777-1CFE-6BAE-595C-DAFF45197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B3F94-121C-4B65-BF03-B2480978459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4604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A10B-D1EF-80CE-CE2D-05D5BE0B8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12DBFB-3BAB-0888-499D-DBC98B9E4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DB57B-9264-4C74-895D-310852B890D6}" type="datetime1">
              <a:rPr lang="pt-BR" smtClean="0"/>
              <a:t>18/09/2026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627DF5-6FCB-E77D-A065-4CA96C91B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Projeto BahiaGoCode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3DEB30-1B59-1DE8-8214-8B41266B3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B3F94-121C-4B65-BF03-B2480978459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4533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8F4FA5-CC11-88E1-CF37-B6FC5AE57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C2EAD-0ED5-491D-93BA-72B5586C97EA}" type="datetime1">
              <a:rPr lang="pt-BR" smtClean="0"/>
              <a:t>18/09/2026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0F4263-3E2B-C6F8-8EEA-84A719388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Projeto BahiaGoCode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CE29C-EABB-D48D-7C8D-13C4B2E90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B3F94-121C-4B65-BF03-B2480978459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1755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4C437-D79F-1A52-AD4F-885E6713B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7D319-EC0D-F63B-9D5D-29C9B90C8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9DA57F-C2EF-1D5D-008E-24BF5E04F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ACF54-2171-3779-2888-792C76A41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242E3-90AD-4918-BCBC-7725524BDDC3}" type="datetime1">
              <a:rPr lang="pt-BR" smtClean="0"/>
              <a:t>18/09/2026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6D384-7D93-E19F-9632-AEDB187FF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Projeto BahiaGoCode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976D8-BAFF-7F83-0F96-78D36648D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B3F94-121C-4B65-BF03-B2480978459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3258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5F2B1-D9CB-A613-DEEC-44B451BD1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E2F785-E9DE-F848-48B5-6B07B56D71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D4BE2B-F53B-A9BA-AC6A-93DFFEE07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D041D-80EE-FF49-DBD8-9FDCBFFFE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6F6B4-66D9-46CE-A612-387037254320}" type="datetime1">
              <a:rPr lang="pt-BR" smtClean="0"/>
              <a:t>18/09/2026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90DDD-CB37-D6C7-605C-A19DFA529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Projeto BahiaGoCode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B169A8-3E63-902E-1E98-3B9DB8262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B3F94-121C-4B65-BF03-B2480978459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134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B92CF-0994-D053-EA43-4A2C38057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BC5B4C-7D12-2BC5-9356-8001F413A9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1886B-86CF-94E5-C166-0C724A7B1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FF41C-DF44-4CF9-B9A6-A3611611BDF3}" type="datetime1">
              <a:rPr lang="pt-BR" smtClean="0"/>
              <a:t>18/09/2026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F74CF-5DAE-BC60-CDAB-7763F357F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Projeto BahiaGoCode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F164D-5FC1-2305-2AD5-ACC1F0A02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B3F94-121C-4B65-BF03-B2480978459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5727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E38523-3175-FEC1-7C5A-81B3BBF6D6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B369E5-AE4B-62BB-9AA0-0DC6FF02C8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BA0FC-112E-223C-5B92-3C7CB67A3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E5ED-31B0-4E83-B585-93C5B6E335B6}" type="datetime1">
              <a:rPr lang="pt-BR" smtClean="0"/>
              <a:t>18/09/2026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AD900-0D78-EED2-8172-56DCD23C2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Projeto BahiaGoCode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127EB-78F4-5458-903F-0FF19146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B3F94-121C-4B65-BF03-B2480978459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3650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BBF713-BA63-49F1-A886-5AA700D30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FEB81-18A6-2550-3192-4227D332A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E83F8-B670-BF6C-DCFF-C249658F64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988B2F-B211-4D1B-A5DA-D9FA24652A01}" type="datetime1">
              <a:rPr lang="pt-BR" smtClean="0"/>
              <a:t>18/09/2026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D9935-C6B6-9ACF-4587-5CA110654D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pt-BR"/>
              <a:t>Projeto BahiaGoCode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B680F-06C1-13BB-B7D5-95B7A149D2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B3F94-121C-4B65-BF03-B2480978459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0277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jp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image" Target="../media/image2.svg"/><Relationship Id="rId7" Type="http://schemas.openxmlformats.org/officeDocument/2006/relationships/image" Target="../media/image6.tmp"/><Relationship Id="rId2" Type="http://schemas.microsoft.com/office/2018/10/relationships/comments" Target="../comments/modernComment_104_7D9F78D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MfTsFI_m1NY?feature=oembed" TargetMode="Externa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7721D-3DC8-0B09-E691-5507CF15AE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87A5BC-9B71-784F-1BC0-7DFFA7B36C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24768-AD6E-CB2C-CA1F-44E1A0D8B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Projeto BahiaGoCode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E1814-3694-E904-0A78-2B9C9248C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B3F94-121C-4B65-BF03-B2480978459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9404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9A2FD-68AE-0D5F-32D3-BD7335DBA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355" y="814898"/>
            <a:ext cx="1039090" cy="785302"/>
          </a:xfrm>
        </p:spPr>
        <p:txBody>
          <a:bodyPr/>
          <a:lstStyle/>
          <a:p>
            <a:r>
              <a:rPr lang="pt-BR" dirty="0"/>
              <a:t>.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D45D1F4-E10C-92C9-D88C-96F680265E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0558838"/>
              </p:ext>
            </p:extLst>
          </p:nvPr>
        </p:nvGraphicFramePr>
        <p:xfrm>
          <a:off x="838200" y="1825625"/>
          <a:ext cx="10515600" cy="8416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82674029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3985235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6855584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59780524"/>
                    </a:ext>
                  </a:extLst>
                </a:gridCol>
              </a:tblGrid>
              <a:tr h="470766">
                <a:tc>
                  <a:txBody>
                    <a:bodyPr/>
                    <a:lstStyle/>
                    <a:p>
                      <a:r>
                        <a:rPr lang="pt-BR" dirty="0"/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Banco de Dados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CI/CD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931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TypeScript/HTML/CSS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Golang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PostgreSQL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GitLab CI/CD</a:t>
                      </a:r>
                      <a:endParaRPr lang="pt-BR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549861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221F96-4FBE-B9DA-BA60-CBE4D9B19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Projeto BahiaGoCode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98CD0E-5CB9-7DB6-FC8A-D791306EC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B3F94-121C-4B65-BF03-B24809784591}" type="slidenum">
              <a:rPr lang="pt-BR" smtClean="0"/>
              <a:t>2</a:t>
            </a:fld>
            <a:endParaRPr lang="pt-BR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D97E1993-84A0-B020-6659-1BDC206742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6653352"/>
              </p:ext>
            </p:extLst>
          </p:nvPr>
        </p:nvGraphicFramePr>
        <p:xfrm>
          <a:off x="1400464" y="2980478"/>
          <a:ext cx="9073573" cy="3062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E594DB55-7CA1-03E2-5BD7-856C9FF221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45" y="370974"/>
            <a:ext cx="2040082" cy="135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223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7970DA-82B0-61D8-24D9-14E9F2BED806}"/>
              </a:ext>
            </a:extLst>
          </p:cNvPr>
          <p:cNvSpPr/>
          <p:nvPr/>
        </p:nvSpPr>
        <p:spPr>
          <a:xfrm>
            <a:off x="1416628" y="1517072"/>
            <a:ext cx="8939645" cy="38238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0AD64D-57F9-7358-F923-DC98FE194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8735" y="1992817"/>
            <a:ext cx="3519055" cy="529936"/>
          </a:xfrm>
        </p:spPr>
        <p:txBody>
          <a:bodyPr>
            <a:normAutofit fontScale="90000"/>
          </a:bodyPr>
          <a:lstStyle/>
          <a:p>
            <a:r>
              <a:rPr lang="pt-BR" dirty="0"/>
              <a:t>Open Sound ©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4BB686-5BDC-3CCB-6949-832971F0B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Projeto BahiaGoCode</a:t>
            </a:r>
          </a:p>
        </p:txBody>
      </p:sp>
      <p:pic>
        <p:nvPicPr>
          <p:cNvPr id="8" name="Content Placeholder 7" descr="Hamburger Menu Icon with solid fill">
            <a:extLst>
              <a:ext uri="{FF2B5EF4-FFF2-40B4-BE49-F238E27FC236}">
                <a16:creationId xmlns:a16="http://schemas.microsoft.com/office/drawing/2014/main" id="{D4FCFBDC-B079-7AB9-CE2A-7EAEA50358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9473" y="1992817"/>
            <a:ext cx="529936" cy="529936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20E7F8-BF89-91BA-9E9D-077854545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B3F94-121C-4B65-BF03-B24809784591}" type="slidenum">
              <a:rPr lang="pt-BR" smtClean="0"/>
              <a:t>3</a:t>
            </a:fld>
            <a:endParaRPr lang="pt-BR"/>
          </a:p>
        </p:txBody>
      </p:sp>
      <p:pic>
        <p:nvPicPr>
          <p:cNvPr id="10" name="Graphic 9" descr="User outline">
            <a:extLst>
              <a:ext uri="{FF2B5EF4-FFF2-40B4-BE49-F238E27FC236}">
                <a16:creationId xmlns:a16="http://schemas.microsoft.com/office/drawing/2014/main" id="{C76024CA-C3F7-DEE5-D425-918A46432E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9082" y="1861198"/>
            <a:ext cx="661555" cy="661555"/>
          </a:xfrm>
          <a:prstGeom prst="rect">
            <a:avLst/>
          </a:prstGeom>
        </p:spPr>
      </p:pic>
      <p:pic>
        <p:nvPicPr>
          <p:cNvPr id="12" name="Graphic 11" descr="Record with solid fill">
            <a:extLst>
              <a:ext uri="{FF2B5EF4-FFF2-40B4-BE49-F238E27FC236}">
                <a16:creationId xmlns:a16="http://schemas.microsoft.com/office/drawing/2014/main" id="{26552905-0FFA-FFAE-23E9-1F1A45449E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66009" y="4289208"/>
            <a:ext cx="914400" cy="9144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AF0A0FA-64D0-5E19-AE40-880B07515CE7}"/>
              </a:ext>
            </a:extLst>
          </p:cNvPr>
          <p:cNvSpPr/>
          <p:nvPr/>
        </p:nvSpPr>
        <p:spPr>
          <a:xfrm>
            <a:off x="1745673" y="2699399"/>
            <a:ext cx="1226127" cy="112734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CC89330-4274-CB1F-F366-AC55CC5858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535" y="2790679"/>
            <a:ext cx="914401" cy="9144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9FB4628-34BD-EBD4-DE55-DD6E0481694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845" y="2613845"/>
            <a:ext cx="4961861" cy="2635989"/>
          </a:xfrm>
          <a:prstGeom prst="rect">
            <a:avLst/>
          </a:prstGeom>
        </p:spPr>
      </p:pic>
      <p:sp>
        <p:nvSpPr>
          <p:cNvPr id="18" name="Rectangle: Rounded Corners 17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7D4F2156-22F7-6F9E-2E0E-211C515BAEEB}"/>
              </a:ext>
            </a:extLst>
          </p:cNvPr>
          <p:cNvSpPr/>
          <p:nvPr/>
        </p:nvSpPr>
        <p:spPr>
          <a:xfrm>
            <a:off x="8560379" y="4335248"/>
            <a:ext cx="1049480" cy="462466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Ok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B57C18B-8B3A-D075-1ACF-572484D77D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628" y="87637"/>
            <a:ext cx="2040082" cy="135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60316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E138-05F9-51F7-4CDB-721D2873B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6414" y="522248"/>
            <a:ext cx="10515600" cy="881929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OpenSound</a:t>
            </a:r>
            <a:b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</a:br>
            <a:endParaRPr lang="pt-BR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81D2A3-6357-5FE9-E61D-641F52E87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Projeto BahiaGoCode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7CA598-C830-1626-68FE-5D6097042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B3F94-121C-4B65-BF03-B24809784591}" type="slidenum">
              <a:rPr lang="pt-BR" smtClean="0"/>
              <a:t>4</a:t>
            </a:fld>
            <a:endParaRPr lang="pt-BR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17194560-9971-2160-3F0E-749AB256C9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5864"/>
            <a:ext cx="2626414" cy="1746744"/>
          </a:xfrm>
          <a:prstGeom prst="rect">
            <a:avLst/>
          </a:prstGeom>
        </p:spPr>
      </p:pic>
      <p:pic>
        <p:nvPicPr>
          <p:cNvPr id="13" name="Online Media 12" title="TODOS contra C# em 97 SEGUNDOS">
            <a:hlinkClick r:id="" action="ppaction://media"/>
            <a:extLst>
              <a:ext uri="{FF2B5EF4-FFF2-40B4-BE49-F238E27FC236}">
                <a16:creationId xmlns:a16="http://schemas.microsoft.com/office/drawing/2014/main" id="{0A107FB4-0C7B-CB8C-68A3-F080A04E23A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592986" y="1902608"/>
            <a:ext cx="7006028" cy="395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266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45</Words>
  <Application>Microsoft Office PowerPoint</Application>
  <PresentationFormat>Widescreen</PresentationFormat>
  <Paragraphs>27</Paragraphs>
  <Slides>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.</vt:lpstr>
      <vt:lpstr>Open Sound ©</vt:lpstr>
      <vt:lpstr>OpenSound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irbessmy feitosa malafaia</dc:creator>
  <cp:lastModifiedBy>irbessmy feitosa malafaia</cp:lastModifiedBy>
  <cp:revision>1</cp:revision>
  <dcterms:created xsi:type="dcterms:W3CDTF">2026-09-18T17:32:49Z</dcterms:created>
  <dcterms:modified xsi:type="dcterms:W3CDTF">2026-09-18T18:26:58Z</dcterms:modified>
</cp:coreProperties>
</file>